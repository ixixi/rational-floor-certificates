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は研究ノートに付属していたプログラムを来歴を記録して使い、B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も使われました。著者の数学的な寄与は最初の予想だけで、証明の検証もしていないことが明記されています。AI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10.5281/zenodo.22962354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10.5281/zenodo.22962354</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著者は議論を完全には検証していないが、Lean の検査が通ることは確認した。</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10.5281/zenodo.22962354</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